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FAKE NEWS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34155"/>
                </a:solidFill>
              </a:defRPr>
            </a:pPr>
            <a: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React.js • Django REST Framework •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Online news can contain misleading or fabricated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Manual verification is time-consuming.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The project provides an automated first-level Real/Fake classification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Build a complete web-based fake news detection system.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Integrate machine learning with a Django REST API.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Provide secure user and administrator authentication.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Store, analyze and export prediction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Frontend: React.js with Vite and CSS.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Backend: Django + Django REST Framework.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Authentication: JWT access and refresh tokens.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ML: pandas, TF-IDF and PassiveAggressiveClassifier.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Visualization: Chart.js and Recharts.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Model storage: joblib.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User interacts with the React dashboard.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Axios sends requests to Django REST APIs.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Django preprocessing prepares the submitted text.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TF-IDF converts text into numerical features.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Machine learning model predicts Real or Fake.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Prediction is stored and returned to the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Machine Learning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Load Fake.csv and True.csv.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Assign labels: Fake = 0 and Real = 1.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Combine title and article text.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Clean text and generate TF-IDF features.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Train the classifier and save model artifacts.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Load artifacts during API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Application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User registration and JWT login.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Normal-user prediction dashboard.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Prediction result and confidence-style score.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Prediction history with search and Real/Fake filtering.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Delete individual records or clear history.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PDF and CSV export.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Pie and time-trend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Administrator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Role-protected administrator dashboard.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User and prediction statistics.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Registered-user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Protected admin APIs using IsAdminUserRole.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Separate admin experience from the normal-user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Authentication APIs tested with valid and invalid credentials.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Prediction API successfully stores prediction records.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History, deletion and clear-history operations tested.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Charts update from prediction history.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PDF and CSV exports implemented.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Observed development model accuracy: approximately 99.47%.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PassiveAggressiveClassifier is deprecated in newer scikit-learn versions and should be migrated.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Decision scores are not calibrated probabilities.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Future versions can add precision, recall, F1-score and confusion matrix.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Multilingual detection and external fact-checking can be added.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Production deployment and automated testing can be introduced.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The project delivers an end-to-end fake news detection application.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It combines machine learning, REST APIs, authentication, database persistence and a responsive React dashboard.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The system is ready for demonstration and academic/project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